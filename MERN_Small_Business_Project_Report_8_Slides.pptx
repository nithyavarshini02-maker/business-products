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 and its purpose. Replace the name and department placeholders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introduces the proposed system. Explain that the project brings products, customers, and sales into one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limitations of manual records and how the proposed application addresses them. Avoid claiming benefits as measured results until the system is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each objective and distinguish the core scope from optional features. The initial version should prioritize product, customer, sales, and inventory functionality.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how each technology contributes to the application. Mongoose is commonly used for MongoDB schemas; JWT and bcrypt may be used for authentication and password hashing.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core collections. A sales record should preserve the unit price at the time of purchase. Inventory updates should be consistent with the saved sale.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a request from the frontend to the backend and database. Mention that backend validation and consistent inventory updates are important for reliable transactions.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by summarizing the expected system behavior. The testing items are recommendations for validation; do not present them as completed tests unless they have actually been performed.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23960" y="685800"/>
            <a:ext cx="2057400" cy="2057400"/>
          </a:xfrm>
          <a:prstGeom prst="ellipse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2240280"/>
            <a:ext cx="1143000" cy="1143000"/>
          </a:xfrm>
          <a:prstGeom prst="ellipse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92440" y="3246120"/>
            <a:ext cx="822960" cy="822960"/>
          </a:xfrm>
          <a:prstGeom prst="ellipse">
            <a:avLst/>
          </a:prstGeom>
          <a:solidFill>
            <a:srgbClr val="2D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49808"/>
            <a:ext cx="7498079" cy="3657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23BEBE"/>
                </a:solidFill>
                <a:latin typeface="Aptos"/>
              </a:defRPr>
            </a:pPr>
            <a:r>
              <a:t>PROJECT REPORT  |  MERN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7863840" cy="15087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SMALL BUSINESS</a:t>
            </a:r>
          </a:p>
          <a:p>
            <a:pPr algn="l">
              <a:spcAft>
                <a:spcPts val="6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246120"/>
            <a:ext cx="7132320" cy="9601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DAE4F3"/>
                </a:solidFill>
                <a:latin typeface="Aptos"/>
              </a:defRPr>
            </a:pPr>
            <a:r>
              <a:t>A web application for managing products,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DAE4F3"/>
                </a:solidFill>
                <a:latin typeface="Aptos"/>
              </a:defRPr>
            </a:pPr>
            <a:r>
              <a:t>customers, inventory, and sales.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681728"/>
            <a:ext cx="1417320" cy="411480"/>
          </a:xfrm>
          <a:prstGeom prst="roundRect">
            <a:avLst/>
          </a:prstGeom>
          <a:solidFill>
            <a:srgbClr val="2D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4764024"/>
            <a:ext cx="1362456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95728" y="4681728"/>
            <a:ext cx="14173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4764024"/>
            <a:ext cx="1362456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2203A"/>
                </a:solidFill>
                <a:latin typeface="Aptos"/>
              </a:defRPr>
            </a:pPr>
            <a:r>
              <a:t>Express.js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68496" y="4681728"/>
            <a:ext cx="1417320" cy="411480"/>
          </a:xfrm>
          <a:prstGeom prst="roundRect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95928" y="4764024"/>
            <a:ext cx="1362456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2203A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41264" y="4681728"/>
            <a:ext cx="1417320" cy="411480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68696" y="4764024"/>
            <a:ext cx="1362456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Node.js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89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B4C4DC"/>
                </a:solidFill>
                <a:latin typeface="Aptos"/>
              </a:defRPr>
            </a:pPr>
            <a:r>
              <a:t>Presented by: Your Name  |  Department: Your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12203A"/>
                </a:solidFill>
                <a:latin typeface="Aptos"/>
              </a:defRPr>
            </a:pPr>
            <a:r>
              <a:t>1. 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914400" cy="54864"/>
          </a:xfrm>
          <a:prstGeom prst="rect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B6A8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07040" cy="77724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2100" b="1">
                <a:solidFill>
                  <a:srgbClr val="12203A"/>
                </a:solidFill>
                <a:latin typeface="Aptos"/>
              </a:defRPr>
            </a:pPr>
            <a:r>
              <a:t>The Small Business Management System is a centralized web application that helps small businesses organize essential daily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14600"/>
            <a:ext cx="33375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514600"/>
            <a:ext cx="73152" cy="1874519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660904"/>
            <a:ext cx="297180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Business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118104"/>
            <a:ext cx="2971800" cy="116128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5B6A80"/>
                </a:solidFill>
                <a:latin typeface="Aptos"/>
              </a:defRPr>
            </a:pPr>
            <a:r>
              <a:t>Manage product details, customer information, and sales transactions.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514600"/>
            <a:ext cx="33375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514600"/>
            <a:ext cx="73152" cy="1874519"/>
          </a:xfrm>
          <a:prstGeom prst="rect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2660904"/>
            <a:ext cx="297180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Digital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3118104"/>
            <a:ext cx="2971800" cy="116128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5B6A80"/>
                </a:solidFill>
                <a:latin typeface="Aptos"/>
              </a:defRPr>
            </a:pPr>
            <a:r>
              <a:t>Replace scattered manual records with a consistent web-based process.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514600"/>
            <a:ext cx="33375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514600"/>
            <a:ext cx="73152" cy="1874519"/>
          </a:xfrm>
          <a:prstGeom prst="rect">
            <a:avLst/>
          </a:prstGeom>
          <a:solidFill>
            <a:srgbClr val="2D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660904"/>
            <a:ext cx="297180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Data-driven 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3118104"/>
            <a:ext cx="2971800" cy="116128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5B6A80"/>
                </a:solidFill>
                <a:latin typeface="Aptos"/>
              </a:defRPr>
            </a:pPr>
            <a:r>
              <a:t>Review stock and sales activity through a clear dashboard.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10241280" cy="5943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2663EB"/>
                </a:solidFill>
                <a:latin typeface="Aptos"/>
              </a:defRPr>
            </a:pPr>
            <a:r>
              <a:t>Purpose: reduce manual effort and make business information easier to maintain and retrieve.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12203A"/>
                </a:solidFill>
                <a:latin typeface="Aptos"/>
              </a:defRPr>
            </a:pPr>
            <a:r>
              <a:t>2. Problem Statement &amp; 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914400" cy="54864"/>
          </a:xfrm>
          <a:prstGeom prst="rect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B6A8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4389120"/>
          </a:xfrm>
          <a:prstGeom prst="rect">
            <a:avLst/>
          </a:prstGeom>
          <a:solidFill>
            <a:srgbClr val="D2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72184"/>
            <a:ext cx="48463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900" b="1">
                <a:solidFill>
                  <a:srgbClr val="12203A"/>
                </a:solidFill>
                <a:latin typeface="Aptos"/>
              </a:defRPr>
            </a:pPr>
            <a:r>
              <a:t>Existing problems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29384"/>
            <a:ext cx="4846320" cy="367588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5B6A80"/>
                </a:solidFill>
                <a:latin typeface="Aptos"/>
              </a:defRPr>
            </a:pPr>
            <a:r>
              <a:t>• Manual record-keeping takes time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B6A80"/>
                </a:solidFill>
                <a:latin typeface="Aptos"/>
              </a:defRPr>
            </a:pPr>
          </a:p>
          <a:p>
            <a:pPr algn="l">
              <a:spcAft>
                <a:spcPts val="600"/>
              </a:spcAft>
              <a:defRPr sz="1500" b="0">
                <a:solidFill>
                  <a:srgbClr val="5B6A80"/>
                </a:solidFill>
                <a:latin typeface="Aptos"/>
              </a:defRPr>
            </a:pPr>
            <a:r>
              <a:t>• Product stock may not be updated promptly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B6A80"/>
                </a:solidFill>
                <a:latin typeface="Aptos"/>
              </a:defRPr>
            </a:pPr>
          </a:p>
          <a:p>
            <a:pPr algn="l">
              <a:spcAft>
                <a:spcPts val="600"/>
              </a:spcAft>
              <a:defRPr sz="1500" b="0">
                <a:solidFill>
                  <a:srgbClr val="5B6A80"/>
                </a:solidFill>
                <a:latin typeface="Aptos"/>
              </a:defRPr>
            </a:pPr>
            <a:r>
              <a:t>• Sales calculations can contain errors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B6A80"/>
                </a:solidFill>
                <a:latin typeface="Aptos"/>
              </a:defRPr>
            </a:pPr>
          </a:p>
          <a:p>
            <a:pPr algn="l">
              <a:spcAft>
                <a:spcPts val="600"/>
              </a:spcAft>
              <a:defRPr sz="1500" b="0">
                <a:solidFill>
                  <a:srgbClr val="5B6A80"/>
                </a:solidFill>
                <a:latin typeface="Aptos"/>
              </a:defRPr>
            </a:pPr>
            <a:r>
              <a:t>• Customer information is hard to organize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B6A80"/>
                </a:solidFill>
                <a:latin typeface="Aptos"/>
              </a:defRPr>
            </a:pPr>
          </a:p>
          <a:p>
            <a:pPr algn="l">
              <a:spcAft>
                <a:spcPts val="600"/>
              </a:spcAft>
              <a:defRPr sz="1500" b="0">
                <a:solidFill>
                  <a:srgbClr val="5B6A80"/>
                </a:solidFill>
                <a:latin typeface="Aptos"/>
              </a:defRPr>
            </a:pPr>
            <a:r>
              <a:t>• Records may be spread across notebooks and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73152" cy="4389120"/>
          </a:xfrm>
          <a:prstGeom prst="rect">
            <a:avLst/>
          </a:prstGeom>
          <a:solidFill>
            <a:srgbClr val="2D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472184"/>
            <a:ext cx="48463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900" b="1">
                <a:solidFill>
                  <a:srgbClr val="12203A"/>
                </a:solidFill>
                <a:latin typeface="Aptos"/>
              </a:defRPr>
            </a:pPr>
            <a:r>
              <a:t>Proposed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1929384"/>
            <a:ext cx="4846320" cy="367588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5B6A80"/>
                </a:solidFill>
                <a:latin typeface="Aptos"/>
              </a:defRPr>
            </a:pPr>
            <a:r>
              <a:t>• Store business data in MongoDB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B6A80"/>
                </a:solidFill>
                <a:latin typeface="Aptos"/>
              </a:defRPr>
            </a:pPr>
          </a:p>
          <a:p>
            <a:pPr algn="l">
              <a:spcAft>
                <a:spcPts val="600"/>
              </a:spcAft>
              <a:defRPr sz="1500" b="0">
                <a:solidFill>
                  <a:srgbClr val="5B6A80"/>
                </a:solidFill>
                <a:latin typeface="Aptos"/>
              </a:defRPr>
            </a:pPr>
            <a:r>
              <a:t>• Use React pages for easy data entry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B6A80"/>
                </a:solidFill>
                <a:latin typeface="Aptos"/>
              </a:defRPr>
            </a:pPr>
          </a:p>
          <a:p>
            <a:pPr algn="l">
              <a:spcAft>
                <a:spcPts val="600"/>
              </a:spcAft>
              <a:defRPr sz="1500" b="0">
                <a:solidFill>
                  <a:srgbClr val="5B6A80"/>
                </a:solidFill>
                <a:latin typeface="Aptos"/>
              </a:defRPr>
            </a:pPr>
            <a:r>
              <a:t>• Use REST APIs for business operations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B6A80"/>
                </a:solidFill>
                <a:latin typeface="Aptos"/>
              </a:defRPr>
            </a:pPr>
          </a:p>
          <a:p>
            <a:pPr algn="l">
              <a:spcAft>
                <a:spcPts val="600"/>
              </a:spcAft>
              <a:defRPr sz="1500" b="0">
                <a:solidFill>
                  <a:srgbClr val="5B6A80"/>
                </a:solidFill>
                <a:latin typeface="Aptos"/>
              </a:defRPr>
            </a:pPr>
            <a:r>
              <a:t>• Track sales and update stock quantities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B6A80"/>
                </a:solidFill>
                <a:latin typeface="Aptos"/>
              </a:defRPr>
            </a:pPr>
          </a:p>
          <a:p>
            <a:pPr algn="l">
              <a:spcAft>
                <a:spcPts val="600"/>
              </a:spcAft>
              <a:defRPr sz="1500" b="0">
                <a:solidFill>
                  <a:srgbClr val="5B6A80"/>
                </a:solidFill>
                <a:latin typeface="Aptos"/>
              </a:defRPr>
            </a:pPr>
            <a:r>
              <a:t>• Provide controlled access where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97880"/>
            <a:ext cx="10332720" cy="32004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Expected benefit: more organized records and a clearer view of business activity.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12203A"/>
                </a:solidFill>
                <a:latin typeface="Aptos"/>
              </a:defRPr>
            </a:pPr>
            <a:r>
              <a:t>3. Objectives &amp; Project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914400" cy="54864"/>
          </a:xfrm>
          <a:prstGeom prst="rect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B6A8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32918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371600"/>
            <a:ext cx="73152" cy="169164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517904"/>
            <a:ext cx="292608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CRUD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975104"/>
            <a:ext cx="2926080" cy="9784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5B6A80"/>
                </a:solidFill>
                <a:latin typeface="Aptos"/>
              </a:defRPr>
            </a:pPr>
            <a:r>
              <a:t>Create, view, update, and delete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71600"/>
            <a:ext cx="32918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371600"/>
            <a:ext cx="73152" cy="1691640"/>
          </a:xfrm>
          <a:prstGeom prst="rect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517904"/>
            <a:ext cx="292608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REST APIs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975104"/>
            <a:ext cx="2926080" cy="9784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5B6A80"/>
                </a:solidFill>
                <a:latin typeface="Aptos"/>
              </a:defRPr>
            </a:pPr>
            <a:r>
              <a:t>Build backend endpoints with Express.js.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71600"/>
            <a:ext cx="32918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371600"/>
            <a:ext cx="73152" cy="1691640"/>
          </a:xfrm>
          <a:prstGeom prst="rect">
            <a:avLst/>
          </a:prstGeom>
          <a:solidFill>
            <a:srgbClr val="2D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517904"/>
            <a:ext cx="292608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975104"/>
            <a:ext cx="2926080" cy="9784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5B6A80"/>
                </a:solidFill>
                <a:latin typeface="Aptos"/>
              </a:defRPr>
            </a:pPr>
            <a:r>
              <a:t>Persist products, customers, sales, and users.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657600"/>
            <a:ext cx="32918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657600"/>
            <a:ext cx="73152" cy="169164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803904"/>
            <a:ext cx="292608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React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61104"/>
            <a:ext cx="2926080" cy="9784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5B6A80"/>
                </a:solidFill>
                <a:latin typeface="Aptos"/>
              </a:defRPr>
            </a:pPr>
            <a:r>
              <a:t>Create forms, tables, and dashboard pages.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657600"/>
            <a:ext cx="32918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657600"/>
            <a:ext cx="73152" cy="1691640"/>
          </a:xfrm>
          <a:prstGeom prst="rect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803904"/>
            <a:ext cx="292608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Business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4261104"/>
            <a:ext cx="2926080" cy="9784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5B6A80"/>
                </a:solidFill>
                <a:latin typeface="Aptos"/>
              </a:defRPr>
            </a:pPr>
            <a:r>
              <a:t>Calculate totals and validate available stock.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657600"/>
            <a:ext cx="32918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657600"/>
            <a:ext cx="73152" cy="1691640"/>
          </a:xfrm>
          <a:prstGeom prst="rect">
            <a:avLst/>
          </a:prstGeom>
          <a:solidFill>
            <a:srgbClr val="2D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803904"/>
            <a:ext cx="292608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4261104"/>
            <a:ext cx="2926080" cy="9784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5B6A80"/>
                </a:solidFill>
                <a:latin typeface="Aptos"/>
              </a:defRPr>
            </a:pPr>
            <a:r>
              <a:t>Add authentication and roles if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12203A"/>
                </a:solidFill>
                <a:latin typeface="Aptos"/>
              </a:defRPr>
            </a:pPr>
            <a:r>
              <a:t>4.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914400" cy="54864"/>
          </a:xfrm>
          <a:prstGeom prst="rect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B6A8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325880"/>
            <a:ext cx="713232" cy="713232"/>
          </a:xfrm>
          <a:prstGeom prst="ellipse">
            <a:avLst/>
          </a:prstGeom>
          <a:solidFill>
            <a:srgbClr val="2D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453895"/>
            <a:ext cx="694944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344168"/>
            <a:ext cx="2103120" cy="32004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12203A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362456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2663EB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362456"/>
            <a:ext cx="5029200" cy="56692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5B6A80"/>
                </a:solidFill>
                <a:latin typeface="Aptos"/>
              </a:defRPr>
            </a:pPr>
            <a:r>
              <a:t>Stores product, customer, sale, and user documents.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468880"/>
            <a:ext cx="713232" cy="713232"/>
          </a:xfrm>
          <a:prstGeom prst="ellipse">
            <a:avLst/>
          </a:prstGeom>
          <a:solidFill>
            <a:srgbClr val="23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596896"/>
            <a:ext cx="694944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87168"/>
            <a:ext cx="2103120" cy="32004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12203A"/>
                </a:solidFill>
                <a:latin typeface="Aptos"/>
              </a:defRPr>
            </a:pPr>
            <a:r>
              <a:t>Express.js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505456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2663EB"/>
                </a:solidFill>
                <a:latin typeface="Aptos"/>
              </a:defRPr>
            </a:pPr>
            <a:r>
              <a:t>API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505456"/>
            <a:ext cx="5029200" cy="56692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5B6A80"/>
                </a:solidFill>
                <a:latin typeface="Aptos"/>
              </a:defRPr>
            </a:pPr>
            <a:r>
              <a:t>Defines routes and handles HTTP requests.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611880"/>
            <a:ext cx="713232" cy="713232"/>
          </a:xfrm>
          <a:prstGeom prst="ellipse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3739896"/>
            <a:ext cx="694944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630168"/>
            <a:ext cx="2103120" cy="32004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12203A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648456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2663EB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3648456"/>
            <a:ext cx="5029200" cy="56692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5B6A80"/>
                </a:solidFill>
                <a:latin typeface="Aptos"/>
              </a:defRPr>
            </a:pPr>
            <a:r>
              <a:t>Builds interactive forms, tables, and dashboard views.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754880"/>
            <a:ext cx="713232" cy="713232"/>
          </a:xfrm>
          <a:prstGeom prst="ellipse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4882896"/>
            <a:ext cx="694944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773168"/>
            <a:ext cx="2103120" cy="32004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12203A"/>
                </a:solidFill>
                <a:latin typeface="Aptos"/>
              </a:defRPr>
            </a:pPr>
            <a:r>
              <a:t>Node.js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4791456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2663EB"/>
                </a:solidFill>
                <a:latin typeface="Aptos"/>
              </a:defRPr>
            </a:pPr>
            <a:r>
              <a:t>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4791456"/>
            <a:ext cx="5029200" cy="56692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5B6A80"/>
                </a:solidFill>
                <a:latin typeface="Aptos"/>
              </a:defRPr>
            </a:pPr>
            <a:r>
              <a:t>Runs backend JavaScript and application logic.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053328"/>
            <a:ext cx="10332720" cy="32004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12203A"/>
                </a:solidFill>
                <a:latin typeface="Aptos"/>
              </a:defRPr>
            </a:pPr>
            <a:r>
              <a:t>Supporting tools may include Mongoose, JWT, and bcrypt.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12203A"/>
                </a:solidFill>
                <a:latin typeface="Aptos"/>
              </a:defRPr>
            </a:pPr>
            <a:r>
              <a:t>5. Main Modules &amp; Database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914400" cy="54864"/>
          </a:xfrm>
          <a:prstGeom prst="rect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B6A8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73152" cy="182880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26463"/>
            <a:ext cx="48463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Product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83664"/>
            <a:ext cx="4846320" cy="11155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5B6A80"/>
                </a:solidFill>
                <a:latin typeface="Aptos"/>
              </a:defRPr>
            </a:pPr>
            <a:r>
              <a:t>Product name, SKU, category, price, and available quantity.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73152" cy="1828800"/>
          </a:xfrm>
          <a:prstGeom prst="rect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426463"/>
            <a:ext cx="48463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Customer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883664"/>
            <a:ext cx="4846320" cy="11155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5B6A80"/>
                </a:solidFill>
                <a:latin typeface="Aptos"/>
              </a:defRPr>
            </a:pPr>
            <a:r>
              <a:t>Customer name, phone, email, address, and related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474720"/>
            <a:ext cx="73152" cy="1828800"/>
          </a:xfrm>
          <a:prstGeom prst="rect">
            <a:avLst/>
          </a:prstGeom>
          <a:solidFill>
            <a:srgbClr val="2D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621024"/>
            <a:ext cx="48463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Sales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078224"/>
            <a:ext cx="4846320" cy="11155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5B6A80"/>
                </a:solidFill>
                <a:latin typeface="Aptos"/>
              </a:defRPr>
            </a:pPr>
            <a:r>
              <a:t>Customer, purchased items, quantity, unit price, total, and date.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747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474720"/>
            <a:ext cx="73152" cy="182880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621024"/>
            <a:ext cx="48463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Users &amp;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078224"/>
            <a:ext cx="4846320" cy="11155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5B6A80"/>
                </a:solidFill>
                <a:latin typeface="Aptos"/>
              </a:defRPr>
            </a:pPr>
            <a:r>
              <a:t>User role and hashed password; summary of products, customers, and sales.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06440"/>
            <a:ext cx="10241280" cy="4114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Key rule: validate stock, preserve the sale's unit price, and keep sales and inventory updates consistent.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12203A"/>
                </a:solidFill>
                <a:latin typeface="Aptos"/>
              </a:defRPr>
            </a:pPr>
            <a:r>
              <a:t>6. System Architecture &amp; 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914400" cy="54864"/>
          </a:xfrm>
          <a:prstGeom prst="rect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B6A8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4612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63624"/>
            <a:ext cx="3026663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2663EB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47672"/>
            <a:ext cx="3026663" cy="5943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232D3E"/>
                </a:solidFill>
                <a:latin typeface="Aptos"/>
              </a:defRPr>
            </a:pPr>
            <a:r>
              <a:t>React.js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232D3E"/>
                </a:solidFill>
                <a:latin typeface="Aptos"/>
              </a:defRPr>
            </a:pPr>
            <a:r>
              <a:t>Forms • Tables •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563624"/>
            <a:ext cx="3026663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23BEBE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47672"/>
            <a:ext cx="3026663" cy="5943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232D3E"/>
                </a:solidFill>
                <a:latin typeface="Aptos"/>
              </a:defRPr>
            </a:pPr>
            <a:r>
              <a:t>Node.js + Express.js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232D3E"/>
                </a:solidFill>
                <a:latin typeface="Aptos"/>
              </a:defRPr>
            </a:pPr>
            <a:r>
              <a:t>REST APIs •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17320"/>
            <a:ext cx="324612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A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7" y="1563624"/>
            <a:ext cx="3026663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2DA06E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7" y="1947672"/>
            <a:ext cx="3026663" cy="5943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232D3E"/>
                </a:solidFill>
                <a:latin typeface="Aptos"/>
              </a:defRPr>
            </a:pPr>
            <a:r>
              <a:t>MongoDB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232D3E"/>
                </a:solidFill>
                <a:latin typeface="Aptos"/>
              </a:defRPr>
            </a:pPr>
            <a:r>
              <a:t>Products • Customers • Sales</a:t>
            </a:r>
          </a:p>
        </p:txBody>
      </p:sp>
      <p:sp>
        <p:nvSpPr>
          <p:cNvPr id="15" name="Chevron 14"/>
          <p:cNvSpPr/>
          <p:nvPr/>
        </p:nvSpPr>
        <p:spPr>
          <a:xfrm>
            <a:off x="4041648" y="1874519"/>
            <a:ext cx="347472" cy="411480"/>
          </a:xfrm>
          <a:prstGeom prst="chevron">
            <a:avLst/>
          </a:prstGeom>
          <a:solidFill>
            <a:srgbClr val="5B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790688" y="1874519"/>
            <a:ext cx="347472" cy="411480"/>
          </a:xfrm>
          <a:prstGeom prst="chevron">
            <a:avLst/>
          </a:prstGeom>
          <a:solidFill>
            <a:srgbClr val="5B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54680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12203A"/>
                </a:solidFill>
                <a:latin typeface="Aptos"/>
              </a:defRPr>
            </a:pPr>
            <a:r>
              <a:t>User action → API request → Validation → Database operation → Response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77639"/>
            <a:ext cx="26060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977639"/>
            <a:ext cx="73152" cy="150876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123944"/>
            <a:ext cx="224028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2203A"/>
                </a:solidFill>
                <a:latin typeface="Aptos"/>
              </a:defRPr>
            </a:pPr>
            <a:r>
              <a:t>1. User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581144"/>
            <a:ext cx="2240280" cy="79552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B6A80"/>
                </a:solidFill>
                <a:latin typeface="Aptos"/>
              </a:defRPr>
            </a:pPr>
            <a:r>
              <a:t>Submit a form or view a record.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1880" y="3977639"/>
            <a:ext cx="26060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11880" y="3977639"/>
            <a:ext cx="73152" cy="1508760"/>
          </a:xfrm>
          <a:prstGeom prst="rect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13048" y="4123944"/>
            <a:ext cx="224028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2203A"/>
                </a:solidFill>
                <a:latin typeface="Aptos"/>
              </a:defRPr>
            </a:pPr>
            <a:r>
              <a:t>2. API 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3048" y="4581144"/>
            <a:ext cx="2240280" cy="79552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B6A80"/>
                </a:solidFill>
                <a:latin typeface="Aptos"/>
              </a:defRPr>
            </a:pPr>
            <a:r>
              <a:t>React sends an HTTP request.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3977639"/>
            <a:ext cx="26060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3977639"/>
            <a:ext cx="73152" cy="1508760"/>
          </a:xfrm>
          <a:prstGeom prst="rect">
            <a:avLst/>
          </a:prstGeom>
          <a:solidFill>
            <a:srgbClr val="2D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3407" y="4123944"/>
            <a:ext cx="224028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2203A"/>
                </a:solidFill>
                <a:latin typeface="Aptos"/>
              </a:defRPr>
            </a:pPr>
            <a:r>
              <a:t>3. Data operation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7" y="4581144"/>
            <a:ext cx="2240280" cy="79552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B6A80"/>
                </a:solidFill>
                <a:latin typeface="Aptos"/>
              </a:defRPr>
            </a:pPr>
            <a:r>
              <a:t>Backend reads or updates MongoDB.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72600" y="3977639"/>
            <a:ext cx="26060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72600" y="3977639"/>
            <a:ext cx="73152" cy="150876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73768" y="4123944"/>
            <a:ext cx="224028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2203A"/>
                </a:solidFill>
                <a:latin typeface="Aptos"/>
              </a:defRPr>
            </a:pPr>
            <a:r>
              <a:t>4. UI refresh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73768" y="4581144"/>
            <a:ext cx="2240280" cy="79552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B6A80"/>
                </a:solidFill>
                <a:latin typeface="Aptos"/>
              </a:defRPr>
            </a:pPr>
            <a:r>
              <a:t>React displays the result.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FFFFFF"/>
                </a:solidFill>
                <a:latin typeface="Aptos"/>
              </a:defRPr>
            </a:pPr>
            <a:r>
              <a:t>7. Expected Results, Testing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115568"/>
            <a:ext cx="914400" cy="54864"/>
          </a:xfrm>
          <a:prstGeom prst="rect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489204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23BEBE"/>
                </a:solidFill>
                <a:latin typeface="Aptos"/>
              </a:defRPr>
            </a:pPr>
            <a:r>
              <a:t>EXPECTED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38528"/>
            <a:ext cx="4937760" cy="2286000"/>
          </a:xfrm>
          <a:prstGeom prst="rect">
            <a:avLst/>
          </a:prstGeom>
          <a:noFill/>
        </p:spPr>
        <p:txBody>
          <a:bodyPr wrap="square" lIns="54864" rIns="45720" t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Centralized product and customer records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Sales totals and inventory updates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Faster record retrieval and management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Dashboard summaries of business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81328"/>
            <a:ext cx="502920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23BEBE"/>
                </a:solidFill>
                <a:latin typeface="Aptos"/>
              </a:defRPr>
            </a:pPr>
            <a:r>
              <a:t>TESTING &amp;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38528"/>
            <a:ext cx="4983480" cy="19659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Test CRUD operations, invalid inputs, login permissions, sales calculations, and stock updates. The project demonstrates how the MERN stack can support a practical small-business workflow.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160520"/>
            <a:ext cx="5029200" cy="32004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23BEBE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572000"/>
            <a:ext cx="4937760" cy="9144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DAE4F3"/>
                </a:solidFill>
                <a:latin typeface="Aptos"/>
              </a:defRPr>
            </a:pPr>
            <a:r>
              <a:t>PDF invoices • Low-stock alerts • Sales reports • GST support • Online payments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44768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Report - Small Business Management System Using MERN Stack</dc:title>
  <dc:subject>8-slide project report based on problem analysis</dc:subject>
  <dc:creator>OpenAI</dc:creator>
  <cp:keywords>MERN, small business, products, customers, sales, CRUD, REST APIs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